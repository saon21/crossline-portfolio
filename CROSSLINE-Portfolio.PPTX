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5" r:id="rId1"/>
  </p:sldMasterIdLst>
  <p:sldIdLst>
    <p:sldId id="256" r:id="rId2"/>
    <p:sldId id="274" r:id="rId3"/>
    <p:sldId id="275" r:id="rId4"/>
    <p:sldId id="289" r:id="rId5"/>
    <p:sldId id="277" r:id="rId6"/>
    <p:sldId id="282" r:id="rId7"/>
    <p:sldId id="279" r:id="rId8"/>
    <p:sldId id="281" r:id="rId9"/>
    <p:sldId id="285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alerie Thomas" initials="VT" lastIdx="0" clrIdx="0">
    <p:extLst>
      <p:ext uri="{19B8F6BF-5375-455C-9EA6-DF929625EA0E}">
        <p15:presenceInfo xmlns:p15="http://schemas.microsoft.com/office/powerpoint/2012/main" userId="S-1-5-21-3140264479-447273981-1900418201-11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110F"/>
    <a:srgbClr val="001644"/>
    <a:srgbClr val="C9F6FF"/>
    <a:srgbClr val="C3EFF8"/>
    <a:srgbClr val="BEFEFC"/>
    <a:srgbClr val="92DE70"/>
    <a:srgbClr val="04C4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BBED91-0F0F-C640-B0CE-26EF1E59F59F}" v="4" dt="2018-09-27T13:29:05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6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avier BLANCHANT - Crossline" userId="a1bd1731-8288-47f2-a8f5-8d7ce5da06d1" providerId="ADAL" clId="{E8BBED91-0F0F-C640-B0CE-26EF1E59F59F}"/>
    <pc:docChg chg="modSld">
      <pc:chgData name="Xavier BLANCHANT - Crossline" userId="a1bd1731-8288-47f2-a8f5-8d7ce5da06d1" providerId="ADAL" clId="{E8BBED91-0F0F-C640-B0CE-26EF1E59F59F}" dt="2018-09-27T13:29:05.571" v="4"/>
      <pc:docMkLst>
        <pc:docMk/>
      </pc:docMkLst>
      <pc:sldChg chg="addSp delSp modSp">
        <pc:chgData name="Xavier BLANCHANT - Crossline" userId="a1bd1731-8288-47f2-a8f5-8d7ce5da06d1" providerId="ADAL" clId="{E8BBED91-0F0F-C640-B0CE-26EF1E59F59F}" dt="2018-09-27T13:29:05.571" v="4"/>
        <pc:sldMkLst>
          <pc:docMk/>
          <pc:sldMk cId="2592649897" sldId="279"/>
        </pc:sldMkLst>
        <pc:picChg chg="add">
          <ac:chgData name="Xavier BLANCHANT - Crossline" userId="a1bd1731-8288-47f2-a8f5-8d7ce5da06d1" providerId="ADAL" clId="{E8BBED91-0F0F-C640-B0CE-26EF1E59F59F}" dt="2018-09-27T13:29:05.571" v="4"/>
          <ac:picMkLst>
            <pc:docMk/>
            <pc:sldMk cId="2592649897" sldId="279"/>
            <ac:picMk id="7" creationId="{9945B9AD-5007-AD41-B6E2-CEACE63CABD5}"/>
          </ac:picMkLst>
        </pc:picChg>
        <pc:picChg chg="add del mod">
          <ac:chgData name="Xavier BLANCHANT - Crossline" userId="a1bd1731-8288-47f2-a8f5-8d7ce5da06d1" providerId="ADAL" clId="{E8BBED91-0F0F-C640-B0CE-26EF1E59F59F}" dt="2018-09-27T13:28:53.615" v="3"/>
          <ac:picMkLst>
            <pc:docMk/>
            <pc:sldMk cId="2592649897" sldId="279"/>
            <ac:picMk id="24" creationId="{205876BB-0EF1-4646-9A4C-F85E2F8AAA7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D6F33A-FDEF-417C-B2A1-3FFF171032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280F99C-DC03-4726-8B53-3E534489B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4F33AF5-AA5F-4F60-AEA0-7EA2AD6E9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1869CD-B169-4266-A38E-2E183312B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6ADC7DF-BFC5-44B7-A872-205A22E38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16526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08D1C9-D78A-4F00-A0AF-B3020C265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A004CBB-1C3A-45FE-AAE7-9FF803F4A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F0C79C1-CA2F-4451-9E25-A664603E8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8DA69C-F941-4C6A-A05F-049B79226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6E1D64A-690C-4618-952C-72138BB6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39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86601C-80A8-4B87-8714-DB0092C35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F1181CC-E20D-4181-B804-C4B487ECB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E843CD6-85A4-44C4-ABF6-D77CBE01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91ED8EA-48CD-4E9E-ABDE-FE7744254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78B9B51-94A6-43BD-B9C9-DD0F09F9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127530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7E35B2-1CCF-4FBB-92C0-63A2395E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0335B6-A12B-43EB-B5F3-0909AD612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93D23E5-1E61-4653-BE0F-B1CEBACCEC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430D9BC0-8052-47AE-BADA-26C5F6CC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9D78215-1D7B-48FD-BA33-A08CAD659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4F2CEFC-8707-4E76-AC3E-C4D72A132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459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0799F77-5219-4CA3-B661-DB7CF9AB7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AB679AE-582A-43C9-85B2-7940082D2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304439C-FFCC-4325-9F91-1019F112C4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531538A-DD17-4ECC-9E7E-6AD510B827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D2CB794-D24A-40E6-81A9-632D9FA582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177E8D76-7F47-4BAF-BE4E-74C54DC18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E5EC114-A3EA-4024-BD1A-8653494EA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5826DC79-AAB1-47D8-AB99-93E6B0826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044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236FAD-A7AD-46CA-9DA1-B6C4CB79E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83DB823-8BFC-499B-A398-5FB804BB2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0DEAC31E-7910-4A8B-BC84-86CC6AF7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6E76D68-0522-4AF4-89E2-57FC9114A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6885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3CC4BD7-B4CC-4EB1-980B-C606C2C89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89C8F5D-CF79-4628-BF5F-F97510EA4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1B72EAC-DE6D-4841-9089-3C198D54C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71119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273877-9CCB-4867-BFC9-372A4E8E1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C312C17-261D-4FB0-BB11-BB514B8EA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44A743A-709C-4CBF-BFF3-03247ED86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72B3723-C81B-45CE-8CEE-398BBC6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DA81EF3-3C00-413E-9A9D-6E592870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133DC34-2166-43CD-88C3-B2A63C039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916911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8B802E7-EFA8-409A-B4F2-102EE046E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EAA4698D-A9B7-4484-94D0-9CAA07966F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37279A6B-00D5-404E-801C-626CB2A493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4F2C8BD-E174-4A6F-B0F1-A9F8E048F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66CAB42C-2EEA-4D2C-815F-EFB916BFD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6C0997C-7837-4AA6-A8C4-E3B841B3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955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E7C920A-BD05-460F-9EEA-1697E1A18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24CF8AC6-1BD2-41F7-9EBC-453EE2E14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85066A6-64A2-4E9C-8E39-13A7DACE9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65D0BF1-E83A-4936-AE27-7D9D92B9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6979F87-B068-4E89-9A60-4DE87F53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06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FB8ED44C-48A4-4F73-BFBA-1686351C88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2EDF2EA-C13A-4E03-AC24-9922268A7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5BF12FC-7AE0-403F-8EE5-424BC68EC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D542C0-2B67-41E6-B491-9F3BCD088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76D98C-B9A6-41BF-984B-11EA7DFEE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5970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76C67D6B-8A15-4DC5-9D1F-2C5EE993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BFEA3D-2B2D-4896-A621-3D2744A39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EA522B3-15D7-4AFF-A202-BB478D80C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E9955-B08D-4B58-BF29-4229CC5A6911}" type="datetimeFigureOut">
              <a:rPr lang="fr-FR" smtClean="0"/>
              <a:t>12/06/2020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23F3AB1-CF43-436B-BC32-64E07B87E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980744D-3354-407A-852B-E4458607CF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316592-D4F3-4A72-A599-3D00EF2DF1B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61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6" r:id="rId1"/>
    <p:sldLayoutId id="2147484177" r:id="rId2"/>
    <p:sldLayoutId id="2147484178" r:id="rId3"/>
    <p:sldLayoutId id="2147484179" r:id="rId4"/>
    <p:sldLayoutId id="2147484180" r:id="rId5"/>
    <p:sldLayoutId id="2147484181" r:id="rId6"/>
    <p:sldLayoutId id="2147484182" r:id="rId7"/>
    <p:sldLayoutId id="2147484183" r:id="rId8"/>
    <p:sldLayoutId id="2147484184" r:id="rId9"/>
    <p:sldLayoutId id="2147484185" r:id="rId10"/>
    <p:sldLayoutId id="214748418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sujaur@crossline-bd.com" TargetMode="External"/><Relationship Id="rId2" Type="http://schemas.openxmlformats.org/officeDocument/2006/relationships/hyperlink" Target="mailto:Ikaruna.ishri@crossline-bd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="" xmlns:a16="http://schemas.microsoft.com/office/drawing/2014/main" id="{86D4685C-819B-4642-A48E-7D8FD3010FE6}"/>
              </a:ext>
            </a:extLst>
          </p:cNvPr>
          <p:cNvSpPr txBox="1"/>
          <p:nvPr/>
        </p:nvSpPr>
        <p:spPr>
          <a:xfrm>
            <a:off x="3840764" y="6331431"/>
            <a:ext cx="45104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kern="200" spc="5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MANUFACTURING, DESIGN AND SOURCING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1F852108-0288-104B-A848-7F0DEFDE8B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7986" y="2545041"/>
            <a:ext cx="5293197" cy="143329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FBE47BB4-C104-0640-AEA6-3F46D62B699B}"/>
              </a:ext>
            </a:extLst>
          </p:cNvPr>
          <p:cNvSpPr txBox="1"/>
          <p:nvPr/>
        </p:nvSpPr>
        <p:spPr>
          <a:xfrm>
            <a:off x="3683356" y="3793672"/>
            <a:ext cx="4842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kern="200" spc="50" dirty="0">
                <a:solidFill>
                  <a:srgbClr val="002060"/>
                </a:solidFill>
                <a:latin typeface="Arial Regular"/>
              </a:rPr>
              <a:t>THE FRENCH SUPPLIER</a:t>
            </a:r>
          </a:p>
        </p:txBody>
      </p:sp>
    </p:spTree>
    <p:extLst>
      <p:ext uri="{BB962C8B-B14F-4D97-AF65-F5344CB8AC3E}">
        <p14:creationId xmlns:p14="http://schemas.microsoft.com/office/powerpoint/2010/main" val="4269627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4F131FFA-58F6-304A-A15C-0DE56528F22D}"/>
              </a:ext>
            </a:extLst>
          </p:cNvPr>
          <p:cNvSpPr txBox="1"/>
          <p:nvPr/>
        </p:nvSpPr>
        <p:spPr>
          <a:xfrm>
            <a:off x="6996307" y="2227229"/>
            <a:ext cx="4337484" cy="3046988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is a European supplier with its own factories and a strong design and graphic team.</a:t>
            </a:r>
          </a:p>
          <a:p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propose collections all around the year and work closely with our customer teams to deliver the best looking product at the cheapest cost.</a:t>
            </a:r>
          </a:p>
          <a:p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produces knit woven and sweater items and delivers more than 20 millions pieces per year.</a:t>
            </a:r>
          </a:p>
        </p:txBody>
      </p:sp>
      <p:cxnSp>
        <p:nvCxnSpPr>
          <p:cNvPr id="39" name="Connecteur droit 38">
            <a:extLst>
              <a:ext uri="{FF2B5EF4-FFF2-40B4-BE49-F238E27FC236}">
                <a16:creationId xmlns="" xmlns:a16="http://schemas.microsoft.com/office/drawing/2014/main" id="{7E5A6364-19B9-214A-81D1-A3A444686053}"/>
              </a:ext>
            </a:extLst>
          </p:cNvPr>
          <p:cNvCxnSpPr>
            <a:cxnSpLocks/>
          </p:cNvCxnSpPr>
          <p:nvPr/>
        </p:nvCxnSpPr>
        <p:spPr>
          <a:xfrm>
            <a:off x="5719610" y="6573144"/>
            <a:ext cx="54263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itre 3">
            <a:extLst>
              <a:ext uri="{FF2B5EF4-FFF2-40B4-BE49-F238E27FC236}">
                <a16:creationId xmlns="" xmlns:a16="http://schemas.microsoft.com/office/drawing/2014/main" id="{91BFF0A0-1C5A-7246-83E0-D68B0F366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6307" y="365125"/>
            <a:ext cx="4445982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ABOUT US</a:t>
            </a:r>
          </a:p>
        </p:txBody>
      </p:sp>
      <p:cxnSp>
        <p:nvCxnSpPr>
          <p:cNvPr id="50" name="Connecteur droit 49">
            <a:extLst>
              <a:ext uri="{FF2B5EF4-FFF2-40B4-BE49-F238E27FC236}">
                <a16:creationId xmlns="" xmlns:a16="http://schemas.microsoft.com/office/drawing/2014/main" id="{C4D1BF01-5998-894F-BB29-2125F1A20A9A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Image 50">
            <a:extLst>
              <a:ext uri="{FF2B5EF4-FFF2-40B4-BE49-F238E27FC236}">
                <a16:creationId xmlns="" xmlns:a16="http://schemas.microsoft.com/office/drawing/2014/main" id="{D7F93893-A161-CC44-ADE8-640F2639D1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pic>
        <p:nvPicPr>
          <p:cNvPr id="59" name="Image 58">
            <a:extLst>
              <a:ext uri="{FF2B5EF4-FFF2-40B4-BE49-F238E27FC236}">
                <a16:creationId xmlns="" xmlns:a16="http://schemas.microsoft.com/office/drawing/2014/main" id="{5081CD6E-3994-FD41-B39F-61CF037ADB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5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6000"/>
                    </a14:imgEffect>
                    <a14:imgEffect>
                      <a14:saturation sat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83742" y="1147916"/>
            <a:ext cx="6887496" cy="4591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012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37">
            <a:extLst>
              <a:ext uri="{FF2B5EF4-FFF2-40B4-BE49-F238E27FC236}">
                <a16:creationId xmlns="" xmlns:a16="http://schemas.microsoft.com/office/drawing/2014/main" id="{0BEB7D26-7DF9-BE48-A20E-9CF79C60440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8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6000"/>
                    </a14:imgEffect>
                    <a14:imgEffect>
                      <a14:saturation sat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987052" y="1146238"/>
            <a:ext cx="6877427" cy="458495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B891C1AE-506F-0947-8E77-916200D8CEE2}"/>
              </a:ext>
            </a:extLst>
          </p:cNvPr>
          <p:cNvSpPr txBox="1"/>
          <p:nvPr/>
        </p:nvSpPr>
        <p:spPr>
          <a:xfrm>
            <a:off x="1133341" y="2197225"/>
            <a:ext cx="4442503" cy="449353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</a:p>
          <a:p>
            <a:pPr>
              <a:spcAft>
                <a:spcPts val="1000"/>
              </a:spcAft>
            </a:pP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have set up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own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factories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i.e. 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Knit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Fabrics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(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circular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knit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and 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Woven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Apparel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a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partnership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 sweater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factories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endParaRPr lang="en-US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AND GRAPHIC SERVICES</a:t>
            </a:r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 strong design and graphic teams proposes several times a year new ladies, men, kids collections matching with our buyer’s needs.</a:t>
            </a:r>
          </a:p>
          <a:p>
            <a:pPr>
              <a:spcAft>
                <a:spcPts val="1000"/>
              </a:spcAft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have a special design and production team dedicated to each market (men, ladies, kids...) including a special team dedicated to plus size products</a:t>
            </a:r>
          </a:p>
          <a:p>
            <a:pPr>
              <a:spcAft>
                <a:spcPts val="1000"/>
              </a:spcAft>
            </a:pP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="" xmlns:a16="http://schemas.microsoft.com/office/drawing/2014/main" id="{5D436CA1-AC30-7E47-A569-7191BEA6B2A6}"/>
              </a:ext>
            </a:extLst>
          </p:cNvPr>
          <p:cNvSpPr txBox="1"/>
          <p:nvPr/>
        </p:nvSpPr>
        <p:spPr>
          <a:xfrm>
            <a:off x="1133341" y="1379354"/>
            <a:ext cx="4442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rgbClr val="C00000"/>
                </a:solidFill>
                <a:latin typeface="Arial Regular"/>
                <a:cs typeface="Arial" panose="020B0604020202020204" pitchFamily="34" charset="0"/>
              </a:rPr>
              <a:t>We can tailor-make your needs and provide total supply chain management</a:t>
            </a:r>
          </a:p>
          <a:p>
            <a:endParaRPr lang="fr-FR" sz="2400" dirty="0">
              <a:solidFill>
                <a:srgbClr val="002060"/>
              </a:solidFill>
            </a:endParaRPr>
          </a:p>
        </p:txBody>
      </p:sp>
      <p:sp>
        <p:nvSpPr>
          <p:cNvPr id="31" name="Titre 3">
            <a:extLst>
              <a:ext uri="{FF2B5EF4-FFF2-40B4-BE49-F238E27FC236}">
                <a16:creationId xmlns="" xmlns:a16="http://schemas.microsoft.com/office/drawing/2014/main" id="{947D1F68-6998-2F4A-8362-3B2D778D3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862" y="365125"/>
            <a:ext cx="4445982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OUR SERVICES</a:t>
            </a:r>
          </a:p>
        </p:txBody>
      </p:sp>
      <p:cxnSp>
        <p:nvCxnSpPr>
          <p:cNvPr id="32" name="Connecteur droit 31">
            <a:extLst>
              <a:ext uri="{FF2B5EF4-FFF2-40B4-BE49-F238E27FC236}">
                <a16:creationId xmlns="" xmlns:a16="http://schemas.microsoft.com/office/drawing/2014/main" id="{E44FEE43-857B-A441-8980-A679AC051182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Image 32">
            <a:extLst>
              <a:ext uri="{FF2B5EF4-FFF2-40B4-BE49-F238E27FC236}">
                <a16:creationId xmlns="" xmlns:a16="http://schemas.microsoft.com/office/drawing/2014/main" id="{95DDE5F6-5077-974F-B25B-A0E7F36632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013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cteur droit 3">
            <a:extLst>
              <a:ext uri="{FF2B5EF4-FFF2-40B4-BE49-F238E27FC236}">
                <a16:creationId xmlns="" xmlns:a16="http://schemas.microsoft.com/office/drawing/2014/main" id="{AFE0CBF8-3E66-734F-A7BA-4FC74D4E20FF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BFAA27B1-90E2-EA41-999B-3D5D0548A5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sp>
        <p:nvSpPr>
          <p:cNvPr id="7" name="Titre 3">
            <a:extLst>
              <a:ext uri="{FF2B5EF4-FFF2-40B4-BE49-F238E27FC236}">
                <a16:creationId xmlns="" xmlns:a16="http://schemas.microsoft.com/office/drawing/2014/main" id="{E6D1C85F-222A-C144-B22B-67F390166763}"/>
              </a:ext>
            </a:extLst>
          </p:cNvPr>
          <p:cNvSpPr txBox="1">
            <a:spLocks/>
          </p:cNvSpPr>
          <p:nvPr/>
        </p:nvSpPr>
        <p:spPr>
          <a:xfrm>
            <a:off x="4469811" y="344136"/>
            <a:ext cx="313564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OUR FACTORIES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="" xmlns:a16="http://schemas.microsoft.com/office/drawing/2014/main" id="{5EEF84CB-5798-7D44-9C8F-672263E5F85E}"/>
              </a:ext>
            </a:extLst>
          </p:cNvPr>
          <p:cNvSpPr txBox="1"/>
          <p:nvPr/>
        </p:nvSpPr>
        <p:spPr>
          <a:xfrm>
            <a:off x="953630" y="1881255"/>
            <a:ext cx="5084004" cy="40318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KNIT FABRICS</a:t>
            </a:r>
          </a:p>
          <a:p>
            <a:r>
              <a:rPr lang="fr-FR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25,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Vadam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Nishatnagor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Tongi</a:t>
            </a:r>
          </a:p>
          <a:p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Gazipur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Bangladesh</a:t>
            </a:r>
          </a:p>
          <a:p>
            <a:endParaRPr lang="fr-FR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: 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Roland Mok</a:t>
            </a:r>
          </a:p>
          <a:p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roland.mok@crossline-bd.com</a:t>
            </a:r>
            <a:endParaRPr lang="fr-FR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1,300 000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Knitting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Dyeing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19 tons/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Sewing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40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Printing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Aop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screen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printing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shirts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sweat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shirts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polos, leggings…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Certifications: Wrap,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oeko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-tex,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Sedex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Accord</a:t>
            </a:r>
          </a:p>
          <a:p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="" xmlns:a16="http://schemas.microsoft.com/office/drawing/2014/main" id="{CB3800DC-FCBB-E24E-A7D1-7BD8716DB071}"/>
              </a:ext>
            </a:extLst>
          </p:cNvPr>
          <p:cNvSpPr txBox="1"/>
          <p:nvPr/>
        </p:nvSpPr>
        <p:spPr>
          <a:xfrm>
            <a:off x="6626478" y="1881254"/>
            <a:ext cx="4900799" cy="412420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WOVEN APPARELS LTD</a:t>
            </a:r>
          </a:p>
          <a:p>
            <a:endParaRPr lang="fr-FR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Sarifpur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Mondal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Bari,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Sonda,National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university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</a:p>
          <a:p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Gazipur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Sadar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1704, Bangladesh</a:t>
            </a:r>
          </a:p>
          <a:p>
            <a:endParaRPr lang="fr-FR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Contact: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Madoo</a:t>
            </a:r>
            <a:r>
              <a:rPr lang="fr-FR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Carooppunnen</a:t>
            </a:r>
            <a:endParaRPr lang="fr-FR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4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madoo.carooppunnen@crossline-bd.com</a:t>
            </a:r>
            <a:endParaRPr lang="fr-FR" sz="14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b="1" u="sng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450 000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pcs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month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Denim, non denim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Pants, Bermuda, Jackets,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Skirts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Shorts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Worldwide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fabric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sourcing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Washing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plant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partnership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Certifications: Accord,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Bsci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ICS,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Wca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Sedex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Ilo,OCS</a:t>
            </a:r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855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="" xmlns:a16="http://schemas.microsoft.com/office/drawing/2014/main" id="{F93A3C30-D4E8-894C-8358-028C48557C8B}"/>
              </a:ext>
            </a:extLst>
          </p:cNvPr>
          <p:cNvSpPr txBox="1"/>
          <p:nvPr/>
        </p:nvSpPr>
        <p:spPr>
          <a:xfrm>
            <a:off x="6907818" y="2205078"/>
            <a:ext cx="4337484" cy="340862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>
              <a:spcAft>
                <a:spcPts val="200"/>
              </a:spcAft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Focus on </a:t>
            </a:r>
            <a:r>
              <a:rPr lang="fr-FR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Fashion</a:t>
            </a:r>
            <a:r>
              <a:rPr lang="fr-FR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Apparel</a:t>
            </a:r>
            <a:r>
              <a:rPr lang="fr-FR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fr-FR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spcAft>
                <a:spcPts val="200"/>
              </a:spcAft>
            </a:pPr>
            <a:r>
              <a:rPr lang="fr-FR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KNIT, WOVEN &amp; SWEATER</a:t>
            </a:r>
          </a:p>
          <a:p>
            <a:pPr>
              <a:spcAft>
                <a:spcPts val="500"/>
              </a:spcAft>
            </a:pP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Graphic designers and Fashion designers work with our customers and travel from head offices to production sites.</a:t>
            </a:r>
          </a:p>
          <a:p>
            <a:pPr algn="just"/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Men,Women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Kids, Baby and Plus size products</a:t>
            </a:r>
          </a:p>
          <a:p>
            <a:pPr algn="just"/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produces knit, woven and sweater items and delivers more than 20 millions pieces per year.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="" xmlns:a16="http://schemas.microsoft.com/office/drawing/2014/main" id="{C02B197A-E642-C449-8C51-A16434425C50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Image 20">
            <a:extLst>
              <a:ext uri="{FF2B5EF4-FFF2-40B4-BE49-F238E27FC236}">
                <a16:creationId xmlns="" xmlns:a16="http://schemas.microsoft.com/office/drawing/2014/main" id="{C2E24094-265D-D44D-A42A-F15A7C0A33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sp>
        <p:nvSpPr>
          <p:cNvPr id="23" name="Titre 3">
            <a:extLst>
              <a:ext uri="{FF2B5EF4-FFF2-40B4-BE49-F238E27FC236}">
                <a16:creationId xmlns="" xmlns:a16="http://schemas.microsoft.com/office/drawing/2014/main" id="{1F6AE201-C9EA-BF4B-A61C-CCFE4966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569" y="365125"/>
            <a:ext cx="4445982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OUR PRODUCTS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="" xmlns:a16="http://schemas.microsoft.com/office/drawing/2014/main" id="{7A7EAC75-2953-154A-822E-E61FE78FB7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173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1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="" xmlns:a16="http://schemas.microsoft.com/office/drawing/2014/main" id="{E0A872FE-5549-0E42-914C-A4A1B6DD4F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6000"/>
                    </a14:imgEffect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348" y="1112467"/>
            <a:ext cx="2877349" cy="431602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D4ACD5B3-EEFD-4C60-9B47-160ADA86C239}"/>
              </a:ext>
            </a:extLst>
          </p:cNvPr>
          <p:cNvSpPr/>
          <p:nvPr/>
        </p:nvSpPr>
        <p:spPr>
          <a:xfrm>
            <a:off x="1330505" y="1893230"/>
            <a:ext cx="40708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="" xmlns:a16="http://schemas.microsoft.com/office/drawing/2014/main" id="{826650F1-C26F-F942-A41A-94B11A384E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="" xmlns:a16="http://schemas.microsoft.com/office/drawing/2014/main" id="{9993E180-CB5E-B44D-8E60-1D1CE596CE33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="" xmlns:a16="http://schemas.microsoft.com/office/drawing/2014/main" id="{DA1081A0-DC8F-9444-BF4A-0B7881C25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8391" y="1104507"/>
            <a:ext cx="3711138" cy="4344747"/>
          </a:xfrm>
          <a:prstGeom prst="rect">
            <a:avLst/>
          </a:prstGeom>
        </p:spPr>
      </p:pic>
      <p:pic>
        <p:nvPicPr>
          <p:cNvPr id="34" name="Image 33">
            <a:extLst>
              <a:ext uri="{FF2B5EF4-FFF2-40B4-BE49-F238E27FC236}">
                <a16:creationId xmlns="" xmlns:a16="http://schemas.microsoft.com/office/drawing/2014/main" id="{62993EEE-ECDE-6B45-A4FC-44759B26CB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6000"/>
                    </a14:imgEffect>
                    <a14:imgEffect>
                      <a14:saturation sa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915" y="1127624"/>
            <a:ext cx="3947257" cy="429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13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>
            <a:extLst>
              <a:ext uri="{FF2B5EF4-FFF2-40B4-BE49-F238E27FC236}">
                <a16:creationId xmlns="" xmlns:a16="http://schemas.microsoft.com/office/drawing/2014/main" id="{CB3949B8-B7B4-8B4A-BACB-CE222B753E88}"/>
              </a:ext>
            </a:extLst>
          </p:cNvPr>
          <p:cNvSpPr txBox="1"/>
          <p:nvPr/>
        </p:nvSpPr>
        <p:spPr>
          <a:xfrm>
            <a:off x="1133341" y="2745329"/>
            <a:ext cx="4657859" cy="34522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HK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is a rapidly growing international structure with customer offices in France, Spain, Germany and U.S.A and production sites in Bangladesh, Pakistan, China and Mauritius</a:t>
            </a:r>
          </a:p>
          <a:p>
            <a:pPr>
              <a:spcAft>
                <a:spcPts val="1000"/>
              </a:spcAft>
            </a:pPr>
            <a:endParaRPr lang="en-HK" sz="12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HK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PRODUCTION</a:t>
            </a:r>
          </a:p>
          <a:p>
            <a:pPr>
              <a:spcAft>
                <a:spcPts val="200"/>
              </a:spcAft>
            </a:pPr>
            <a:r>
              <a:rPr lang="en-HK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Bangladesh, Pakistan, China, Mauritius</a:t>
            </a:r>
          </a:p>
          <a:p>
            <a:pPr>
              <a:spcAft>
                <a:spcPts val="200"/>
              </a:spcAft>
            </a:pPr>
            <a:endParaRPr lang="en-HK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r>
              <a:rPr lang="en-HK" sz="2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</a:t>
            </a:r>
          </a:p>
          <a:p>
            <a:pPr>
              <a:spcAft>
                <a:spcPts val="200"/>
              </a:spcAft>
            </a:pPr>
            <a:r>
              <a:rPr lang="en-HK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France, Spain, Germany, U.S.A</a:t>
            </a:r>
          </a:p>
          <a:p>
            <a:pPr>
              <a:spcAft>
                <a:spcPts val="1000"/>
              </a:spcAft>
            </a:pP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itre 3">
            <a:extLst>
              <a:ext uri="{FF2B5EF4-FFF2-40B4-BE49-F238E27FC236}">
                <a16:creationId xmlns="" xmlns:a16="http://schemas.microsoft.com/office/drawing/2014/main" id="{31C0B560-0609-E546-B3C2-4F582E1C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341" y="365125"/>
            <a:ext cx="5847562" cy="1325563"/>
          </a:xfrm>
        </p:spPr>
        <p:txBody>
          <a:bodyPr>
            <a:normAutofit/>
          </a:bodyPr>
          <a:lstStyle/>
          <a:p>
            <a:r>
              <a:rPr lang="en-HK" sz="2800" b="1" dirty="0">
                <a:solidFill>
                  <a:srgbClr val="C5110F"/>
                </a:solidFill>
                <a:latin typeface="Arial Regular"/>
              </a:rPr>
              <a:t>CROSSLINE</a:t>
            </a:r>
            <a:br>
              <a:rPr lang="en-HK" sz="2800" b="1" dirty="0">
                <a:solidFill>
                  <a:srgbClr val="C5110F"/>
                </a:solidFill>
                <a:latin typeface="Arial Regular"/>
              </a:rPr>
            </a:br>
            <a:r>
              <a:rPr lang="en-HK" sz="2800" b="1" dirty="0">
                <a:solidFill>
                  <a:srgbClr val="C5110F"/>
                </a:solidFill>
                <a:latin typeface="Arial Regular"/>
              </a:rPr>
              <a:t>IN THE WORLD</a:t>
            </a:r>
          </a:p>
        </p:txBody>
      </p:sp>
      <p:cxnSp>
        <p:nvCxnSpPr>
          <p:cNvPr id="22" name="Connecteur droit 21">
            <a:extLst>
              <a:ext uri="{FF2B5EF4-FFF2-40B4-BE49-F238E27FC236}">
                <a16:creationId xmlns="" xmlns:a16="http://schemas.microsoft.com/office/drawing/2014/main" id="{9DEA9C02-A2EB-E640-A740-B62CB893DF55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="" xmlns:a16="http://schemas.microsoft.com/office/drawing/2014/main" id="{EA1CFD53-6597-D441-BF48-E057FBED7D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="" xmlns:a16="http://schemas.microsoft.com/office/drawing/2014/main" id="{9945B9AD-5007-AD41-B6E2-CEACE63CAB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80" y="365125"/>
            <a:ext cx="11602064" cy="604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649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="" xmlns:a16="http://schemas.microsoft.com/office/drawing/2014/main" id="{43D36B88-EBB8-9140-BDC2-FEFC5C75C88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5000"/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500"/>
                    </a14:imgEffect>
                    <a14:imgEffect>
                      <a14:saturation sat="9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38" y="0"/>
            <a:ext cx="457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="" xmlns:a16="http://schemas.microsoft.com/office/drawing/2014/main" id="{E5C30D7F-A8CB-3D48-BCD4-ECE848B5A1AB}"/>
              </a:ext>
            </a:extLst>
          </p:cNvPr>
          <p:cNvSpPr txBox="1"/>
          <p:nvPr/>
        </p:nvSpPr>
        <p:spPr>
          <a:xfrm>
            <a:off x="6907818" y="2576052"/>
            <a:ext cx="4337484" cy="314701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 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languages spoken in crossline</a:t>
            </a:r>
          </a:p>
          <a:p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expatriates in Asia</a:t>
            </a:r>
          </a:p>
          <a:p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fashion &amp; graphic designers from Spain, France, Bangladesh and Mauritius</a:t>
            </a:r>
          </a:p>
          <a:p>
            <a:pPr>
              <a:spcAft>
                <a:spcPts val="500"/>
              </a:spcAft>
            </a:pPr>
            <a:endParaRPr lang="en-US" sz="1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</a:pPr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5000 workers and 250</a:t>
            </a: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skilled and hand’s on professionals dedicated to quality, planning, testing, compliance, sourcing, accessories and follow up.</a:t>
            </a:r>
          </a:p>
          <a:p>
            <a:pPr>
              <a:spcAft>
                <a:spcPts val="500"/>
              </a:spcAft>
            </a:pP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re 3">
            <a:extLst>
              <a:ext uri="{FF2B5EF4-FFF2-40B4-BE49-F238E27FC236}">
                <a16:creationId xmlns="" xmlns:a16="http://schemas.microsoft.com/office/drawing/2014/main" id="{C7B2328A-593A-134E-AD45-1E0B3BA84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818" y="365125"/>
            <a:ext cx="4445982" cy="1325563"/>
          </a:xfrm>
        </p:spPr>
        <p:txBody>
          <a:bodyPr>
            <a:normAutofit/>
          </a:bodyPr>
          <a:lstStyle/>
          <a:p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OUR TEAM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="" xmlns:a16="http://schemas.microsoft.com/office/drawing/2014/main" id="{698B5E81-3FEA-0342-8B7F-5A7C957903FB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 10">
            <a:extLst>
              <a:ext uri="{FF2B5EF4-FFF2-40B4-BE49-F238E27FC236}">
                <a16:creationId xmlns="" xmlns:a16="http://schemas.microsoft.com/office/drawing/2014/main" id="{166734DE-F945-BF40-A4E7-C54C4423DA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8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="" xmlns:a16="http://schemas.microsoft.com/office/drawing/2014/main" id="{AD34AB3A-485E-9844-A0F9-3AB3B858F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29217"/>
            <a:ext cx="12192000" cy="3393650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MANGO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FOREVER 21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ZARA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PROMOD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GALERIES LAFAYETTES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TCHIBO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CAMAIEU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KIABI</a:t>
            </a:r>
          </a:p>
          <a:p>
            <a:pPr marL="0" indent="0" algn="ctr">
              <a:spcBef>
                <a:spcPts val="500"/>
              </a:spcBef>
              <a:buNone/>
            </a:pPr>
            <a:r>
              <a:rPr lang="fr-FR" sz="1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OKAIDI</a:t>
            </a:r>
          </a:p>
          <a:p>
            <a:pPr marL="0" indent="0" algn="ctr">
              <a:spcBef>
                <a:spcPts val="500"/>
              </a:spcBef>
              <a:buNone/>
            </a:pPr>
            <a:endParaRPr lang="fr-FR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spcBef>
                <a:spcPts val="500"/>
              </a:spcBef>
              <a:buNone/>
            </a:pPr>
            <a:endParaRPr lang="fr-FR" sz="18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="" xmlns:a16="http://schemas.microsoft.com/office/drawing/2014/main" id="{AFE0CBF8-3E66-734F-A7BA-4FC74D4E20FF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="" xmlns:a16="http://schemas.microsoft.com/office/drawing/2014/main" id="{BFAA27B1-90E2-EA41-999B-3D5D0548A5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sp>
        <p:nvSpPr>
          <p:cNvPr id="7" name="Titre 3">
            <a:extLst>
              <a:ext uri="{FF2B5EF4-FFF2-40B4-BE49-F238E27FC236}">
                <a16:creationId xmlns="" xmlns:a16="http://schemas.microsoft.com/office/drawing/2014/main" id="{E6D1C85F-222A-C144-B22B-67F390166763}"/>
              </a:ext>
            </a:extLst>
          </p:cNvPr>
          <p:cNvSpPr txBox="1">
            <a:spLocks/>
          </p:cNvSpPr>
          <p:nvPr/>
        </p:nvSpPr>
        <p:spPr>
          <a:xfrm>
            <a:off x="4562176" y="344136"/>
            <a:ext cx="3067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OUR PARTNERS</a:t>
            </a:r>
          </a:p>
        </p:txBody>
      </p:sp>
    </p:spTree>
    <p:extLst>
      <p:ext uri="{BB962C8B-B14F-4D97-AF65-F5344CB8AC3E}">
        <p14:creationId xmlns:p14="http://schemas.microsoft.com/office/powerpoint/2010/main" val="3784830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="" xmlns:a16="http://schemas.microsoft.com/office/drawing/2014/main" id="{FF32ECB5-434A-3A48-90BA-70390FBA2145}"/>
              </a:ext>
            </a:extLst>
          </p:cNvPr>
          <p:cNvSpPr txBox="1"/>
          <p:nvPr/>
        </p:nvSpPr>
        <p:spPr>
          <a:xfrm>
            <a:off x="3518119" y="2384260"/>
            <a:ext cx="5155762" cy="399083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5110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CROSSLINE PRODUCTION</a:t>
            </a:r>
          </a:p>
          <a:p>
            <a:pPr algn="ctr"/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</a:pPr>
            <a:endParaRPr lang="en-US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Karuna </a:t>
            </a:r>
            <a:r>
              <a:rPr lang="en-US" sz="1600" b="1" dirty="0" err="1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Ishri</a:t>
            </a:r>
            <a:endParaRPr lang="en-US" sz="1600" b="1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Bangladesh </a:t>
            </a:r>
            <a:r>
              <a:rPr lang="nn-NO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+880 (0)19 55 </a:t>
            </a:r>
            <a:r>
              <a:rPr lang="nn-NO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535878  </a:t>
            </a:r>
            <a:r>
              <a:rPr lang="nn-NO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Ikaruna.ishri@crossline-bd.com</a:t>
            </a:r>
            <a:endParaRPr lang="nn-NO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nn-NO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nn-NO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Sujaur Rahman</a:t>
            </a:r>
          </a:p>
          <a:p>
            <a:pPr algn="ctr"/>
            <a:r>
              <a:rPr lang="nn-NO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Bangladesh +880 (0)19 55 </a:t>
            </a:r>
            <a:r>
              <a:rPr lang="nn-NO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535788   </a:t>
            </a:r>
          </a:p>
          <a:p>
            <a:pPr algn="ctr"/>
            <a:r>
              <a:rPr lang="nn-NO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sujaur@crossline-bd.com</a:t>
            </a:r>
            <a:r>
              <a:rPr lang="nn-NO" sz="1600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</a:pPr>
            <a:endParaRPr lang="en-US" sz="10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spcAft>
                <a:spcPts val="1000"/>
              </a:spcAft>
            </a:pPr>
            <a:r>
              <a:rPr lang="en-US" sz="16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www.crossline-group.com</a:t>
            </a:r>
            <a:endParaRPr lang="en-US" sz="16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endParaRPr lang="en-US" sz="1600" dirty="0" smtClean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000"/>
              </a:spcAft>
            </a:pPr>
            <a:endParaRPr lang="en-US" sz="1600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Connecteur droit 12">
            <a:extLst>
              <a:ext uri="{FF2B5EF4-FFF2-40B4-BE49-F238E27FC236}">
                <a16:creationId xmlns="" xmlns:a16="http://schemas.microsoft.com/office/drawing/2014/main" id="{E8D1EA7D-4968-6F4C-A2AE-24C06E339D47}"/>
              </a:ext>
            </a:extLst>
          </p:cNvPr>
          <p:cNvCxnSpPr>
            <a:cxnSpLocks/>
          </p:cNvCxnSpPr>
          <p:nvPr/>
        </p:nvCxnSpPr>
        <p:spPr>
          <a:xfrm>
            <a:off x="5731099" y="6691131"/>
            <a:ext cx="5448178" cy="0"/>
          </a:xfrm>
          <a:prstGeom prst="line">
            <a:avLst/>
          </a:prstGeom>
          <a:ln w="6350">
            <a:gradFill>
              <a:gsLst>
                <a:gs pos="38000">
                  <a:schemeClr val="accent1">
                    <a:lumMod val="5000"/>
                    <a:lumOff val="95000"/>
                  </a:schemeClr>
                </a:gs>
                <a:gs pos="68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54000"/>
                    <a:lumOff val="46000"/>
                  </a:schemeClr>
                </a:gs>
                <a:gs pos="100000">
                  <a:srgbClr val="002060"/>
                </a:gs>
              </a:gsLst>
              <a:lin ang="27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="" xmlns:a16="http://schemas.microsoft.com/office/drawing/2014/main" id="{6BDF7D5A-0CD1-6E4E-9724-7B5F1D2552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3792" y="6597666"/>
            <a:ext cx="687619" cy="186194"/>
          </a:xfrm>
          <a:prstGeom prst="rect">
            <a:avLst/>
          </a:prstGeom>
        </p:spPr>
      </p:pic>
      <p:sp>
        <p:nvSpPr>
          <p:cNvPr id="6" name="Titre 3">
            <a:extLst>
              <a:ext uri="{FF2B5EF4-FFF2-40B4-BE49-F238E27FC236}">
                <a16:creationId xmlns="" xmlns:a16="http://schemas.microsoft.com/office/drawing/2014/main" id="{5500577E-B775-5040-9A65-5DEEA5D9FA55}"/>
              </a:ext>
            </a:extLst>
          </p:cNvPr>
          <p:cNvSpPr txBox="1">
            <a:spLocks/>
          </p:cNvSpPr>
          <p:nvPr/>
        </p:nvSpPr>
        <p:spPr>
          <a:xfrm>
            <a:off x="4562176" y="365125"/>
            <a:ext cx="30676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b="1" dirty="0">
                <a:solidFill>
                  <a:srgbClr val="C00000"/>
                </a:solidFill>
                <a:latin typeface="Arial Regular"/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56539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8049</TotalTime>
  <Words>402</Words>
  <Application>Microsoft Office PowerPoint</Application>
  <PresentationFormat>Widescreen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Regular</vt:lpstr>
      <vt:lpstr>Calibri</vt:lpstr>
      <vt:lpstr>Calibri Light</vt:lpstr>
      <vt:lpstr>Office Theme</vt:lpstr>
      <vt:lpstr>PowerPoint Presentation</vt:lpstr>
      <vt:lpstr>ABOUT US</vt:lpstr>
      <vt:lpstr>OUR SERVICES</vt:lpstr>
      <vt:lpstr>PowerPoint Presentation</vt:lpstr>
      <vt:lpstr>OUR PRODUCTS</vt:lpstr>
      <vt:lpstr>PowerPoint Presentation</vt:lpstr>
      <vt:lpstr>CROSSLINE IN THE WORLD</vt:lpstr>
      <vt:lpstr>OUR TEAM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MODE APART</dc:title>
  <dc:creator>Ilona PHILIPPE</dc:creator>
  <cp:lastModifiedBy>SUJA</cp:lastModifiedBy>
  <cp:revision>206</cp:revision>
  <dcterms:created xsi:type="dcterms:W3CDTF">2018-05-15T13:51:59Z</dcterms:created>
  <dcterms:modified xsi:type="dcterms:W3CDTF">2020-06-12T04:54:27Z</dcterms:modified>
</cp:coreProperties>
</file>